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3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340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D9381E"/>
                </a:solidFill>
              </a:defRPr>
            </a:pPr>
            <a:r>
              <a:t>FoodExpress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651760"/>
            <a:ext cx="8534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22222"/>
                </a:solidFill>
              </a:defRPr>
            </a:pPr>
            <a:r>
              <a:t>Frontend Web Development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291840"/>
            <a:ext cx="3962095" cy="36576"/>
          </a:xfrm>
          <a:prstGeom prst="rect">
            <a:avLst/>
          </a:prstGeom>
          <a:solidFill>
            <a:srgbClr val="D93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3566160"/>
            <a:ext cx="8534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46464"/>
                </a:solidFill>
              </a:defRPr>
            </a:pPr>
            <a:r>
              <a:t>PROJECT TEAM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023360"/>
            <a:ext cx="85340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22222"/>
                </a:solidFill>
              </a:defRPr>
            </a:pPr>
            <a:r>
              <a:t>2500030808  •  Kartik Tekade</a:t>
            </a:r>
          </a:p>
          <a:p>
            <a:pPr algn="ctr">
              <a:defRPr sz="1800" b="1">
                <a:solidFill>
                  <a:srgbClr val="222222"/>
                </a:solidFill>
              </a:defRPr>
            </a:pPr>
            <a:r>
              <a:t>25000100005  •  Karunya Shrinivas</a:t>
            </a:r>
          </a:p>
          <a:p>
            <a:pPr algn="ctr">
              <a:defRPr sz="1800" b="1">
                <a:solidFill>
                  <a:srgbClr val="222222"/>
                </a:solidFill>
              </a:defRPr>
            </a:pPr>
            <a:r>
              <a:t>2500032739  •  Gautam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381E"/>
                </a:solidFill>
              </a:defRPr>
            </a:pPr>
            <a:r>
              <a:t>BACKGROUND &amp;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920240"/>
            <a:ext cx="731520" cy="731520"/>
          </a:xfrm>
          <a:prstGeom prst="ellipse">
            <a:avLst/>
          </a:prstGeom>
          <a:solidFill>
            <a:srgbClr val="D93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783080"/>
            <a:ext cx="9326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222"/>
                </a:solidFill>
              </a:defRPr>
            </a:pPr>
            <a:r>
              <a:t>Complex Ordering Processes</a:t>
            </a:r>
          </a:p>
          <a:p>
            <a:pPr>
              <a:defRPr sz="1500">
                <a:solidFill>
                  <a:srgbClr val="646464"/>
                </a:solidFill>
              </a:defRPr>
            </a:pPr>
            <a:r>
              <a:t>Existing platforms often confuse users with cluttered layouts, making fast ordering difficult for everyday customers.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728655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5840" y="3474720"/>
            <a:ext cx="731520" cy="731520"/>
          </a:xfrm>
          <a:prstGeom prst="ellipse">
            <a:avLst/>
          </a:prstGeom>
          <a:solidFill>
            <a:srgbClr val="D93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337560"/>
            <a:ext cx="9326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222"/>
                </a:solidFill>
              </a:defRPr>
            </a:pPr>
            <a:r>
              <a:t>Lack of Clean Frontend Interfaces</a:t>
            </a:r>
          </a:p>
          <a:p>
            <a:pPr>
              <a:defRPr sz="1500">
                <a:solidFill>
                  <a:srgbClr val="646464"/>
                </a:solidFill>
              </a:defRPr>
            </a:pPr>
            <a:r>
              <a:t>Many basic restaurant websites lack clean, interactive UI components for browsing menus and managing carts effortlessly.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10728655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5840" y="5029200"/>
            <a:ext cx="731520" cy="731520"/>
          </a:xfrm>
          <a:prstGeom prst="ellipse">
            <a:avLst/>
          </a:prstGeom>
          <a:solidFill>
            <a:srgbClr val="D93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892040"/>
            <a:ext cx="9326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2222"/>
                </a:solidFill>
              </a:defRPr>
            </a:pPr>
            <a:r>
              <a:t>Slow User Navigation</a:t>
            </a:r>
          </a:p>
          <a:p>
            <a:pPr>
              <a:defRPr sz="1500">
                <a:solidFill>
                  <a:srgbClr val="646464"/>
                </a:solidFill>
              </a:defRPr>
            </a:pPr>
            <a:r>
              <a:t>Users face delays when switching between menus, login pages, and cart summaries without dynamic frontend logic.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381E"/>
                </a:solidFill>
              </a:defRPr>
            </a:pPr>
            <a:r>
              <a:t>PROJECT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709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9381E"/>
                </a:solidFill>
              </a:defRPr>
            </a:pPr>
            <a:r>
              <a:t>•  Responsive Frontend UI</a:t>
            </a:r>
          </a:p>
          <a:p>
            <a:pPr>
              <a:defRPr sz="1500">
                <a:solidFill>
                  <a:srgbClr val="646464"/>
                </a:solidFill>
              </a:defRPr>
            </a:pPr>
            <a:r>
              <a:t>Design an intuitive, clean, and modern user interface accessible on mobile and desktop browsers.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874520"/>
            <a:ext cx="4709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9381E"/>
                </a:solidFill>
              </a:defRPr>
            </a:pPr>
            <a:r>
              <a:t>•  Seamless Page Navigation</a:t>
            </a:r>
          </a:p>
          <a:p>
            <a:pPr>
              <a:defRPr sz="1500">
                <a:solidFill>
                  <a:srgbClr val="646464"/>
                </a:solidFill>
              </a:defRPr>
            </a:pPr>
            <a:r>
              <a:t>Provide seamless user navigation across Home, Login, Cart, Profile, and Password Reset screens.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160520"/>
            <a:ext cx="4709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9381E"/>
                </a:solidFill>
              </a:defRPr>
            </a:pPr>
            <a:r>
              <a:t>•  Interactive Cart Operations</a:t>
            </a:r>
          </a:p>
          <a:p>
            <a:pPr>
              <a:defRPr sz="1500">
                <a:solidFill>
                  <a:srgbClr val="646464"/>
                </a:solidFill>
              </a:defRPr>
            </a:pPr>
            <a:r>
              <a:t>Enable users to add food items, adjust quantities, and calculate total order prices in real-time.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3192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4160520"/>
            <a:ext cx="4709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9381E"/>
                </a:solidFill>
              </a:defRPr>
            </a:pPr>
            <a:r>
              <a:t>•  User-Centric Architecture</a:t>
            </a:r>
          </a:p>
          <a:p>
            <a:pPr>
              <a:defRPr sz="1500">
                <a:solidFill>
                  <a:srgbClr val="646464"/>
                </a:solidFill>
              </a:defRPr>
            </a:pPr>
            <a:r>
              <a:t>Focus on simplicity and speed so users can understand and interact with the application effortlessly.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381E"/>
                </a:solidFill>
              </a:defRPr>
            </a:pPr>
            <a: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Key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Browse Food Menu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Explore featured dishes with prices, categories, images, and descriptions.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Dynamic Cart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Add food items to cart with live item counts and instant subtotal calculation.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User Authentication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Dedicated Login and Registration interfaces for account 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Password Recovery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Forgot Password page to easily initiate user account recovery.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93192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411480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User Profile Page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Personal dashboard displaying user profile details and preferences.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393192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411480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2222"/>
                </a:solidFill>
              </a:defRPr>
            </a:pPr>
            <a:r>
              <a:t>Responsive Layout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Clean layouts built with CSS flexbox and grid for all screen sizes.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381E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Technologies Used &amp; Their Roles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05840" y="1965960"/>
            <a:ext cx="2194560" cy="640080"/>
          </a:xfrm>
          <a:prstGeom prst="roundRect">
            <a:avLst/>
          </a:prstGeom>
          <a:solidFill>
            <a:srgbClr val="D93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HTML5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9202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22222"/>
                </a:solidFill>
              </a:defRPr>
            </a:pPr>
            <a:r>
              <a:t>HTML creates the structure and content layout of all web pages (headings, food lists, cart buttons, and forms).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728655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5840" y="3520440"/>
            <a:ext cx="2194560" cy="640080"/>
          </a:xfrm>
          <a:prstGeom prst="roundRect">
            <a:avLst/>
          </a:prstGeom>
          <a:solidFill>
            <a:srgbClr val="D93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CSS3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474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22222"/>
                </a:solidFill>
              </a:defRPr>
            </a:pPr>
            <a:r>
              <a:t>CSS provides visual styling, colors, typography, layout arrangements, and responsive formatting.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10728655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5840" y="5074920"/>
            <a:ext cx="2194560" cy="640080"/>
          </a:xfrm>
          <a:prstGeom prst="roundRect">
            <a:avLst/>
          </a:prstGeom>
          <a:solidFill>
            <a:srgbClr val="D93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JavaScript (ES6)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029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22222"/>
                </a:solidFill>
              </a:defRPr>
            </a:pPr>
            <a:r>
              <a:t>JavaScript powers interactivity, dynamic cart calculations, button event handling, and form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381E"/>
                </a:solidFill>
              </a:defRPr>
            </a:pPr>
            <a:r>
              <a:t>SYSTEM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Project Modules &amp;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9381E"/>
                </a:solidFill>
              </a:defRPr>
            </a:pPr>
            <a:r>
              <a:t>• Index / Home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60020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2222"/>
                </a:solidFill>
              </a:defRPr>
            </a:pPr>
            <a:r>
              <a:t>Main showcase page displaying banners, food item categories, and 'Add to Cart' buttons.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9381E"/>
                </a:solidFill>
              </a:defRPr>
            </a:pPr>
            <a:r>
              <a:t>• Login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56032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2222"/>
                </a:solidFill>
              </a:defRPr>
            </a:pPr>
            <a:r>
              <a:t>Secure input portal where registered users enter credentials to access their account.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52044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9381E"/>
                </a:solidFill>
              </a:defRPr>
            </a:pPr>
            <a:r>
              <a:t>• Forgot Password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52044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2222"/>
                </a:solidFill>
              </a:defRPr>
            </a:pPr>
            <a:r>
              <a:t>Simple account recovery page allowing users to request a password reset.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4340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9381E"/>
                </a:solidFill>
              </a:defRPr>
            </a:pPr>
            <a:r>
              <a:t>• Cart 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48056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2222"/>
                </a:solidFill>
              </a:defRPr>
            </a:pPr>
            <a:r>
              <a:t>Interactive cart screen listing selected items, item quantities, total price, and checkout button.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9381E"/>
                </a:solidFill>
              </a:defRPr>
            </a:pPr>
            <a:r>
              <a:t>• Profile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544068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2222"/>
                </a:solidFill>
              </a:defRPr>
            </a:pPr>
            <a:r>
              <a:t>Personalized user area showing user details, order summary history, and account settings.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381E"/>
                </a:solidFill>
              </a:defRPr>
            </a:pPr>
            <a:r>
              <a:t>FRONTEND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JavaScript Module &amp; Core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9381E"/>
                </a:solidFill>
              </a:defRPr>
            </a:pPr>
            <a:r>
              <a:t>1. DOM Manipulation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002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2222"/>
                </a:solidFill>
              </a:defRPr>
            </a:pPr>
            <a:r>
              <a:t>Dynamically updates item text, counts, and prices on the screen without reloading the page.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9381E"/>
                </a:solidFill>
              </a:defRPr>
            </a:pPr>
            <a:r>
              <a:t>2. Event Listeners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5603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2222"/>
                </a:solidFill>
              </a:defRPr>
            </a:pPr>
            <a:r>
              <a:t>Captures user button clicks like 'Add to Cart', '+' or '-' quantity buttons, and form submit events.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5204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9381E"/>
                </a:solidFill>
              </a:defRPr>
            </a:pPr>
            <a:r>
              <a:t>3. Cart Data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520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2222"/>
                </a:solidFill>
              </a:defRPr>
            </a:pPr>
            <a:r>
              <a:t>Uses JavaScript arrays/objects to track added items, quantities, and individual prices in memory.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4340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9381E"/>
                </a:solidFill>
              </a:defRPr>
            </a:pPr>
            <a:r>
              <a:t>4. Local Storage Persistence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4805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2222"/>
                </a:solidFill>
              </a:defRPr>
            </a:pPr>
            <a:r>
              <a:t>Saves cart items locally in the browser so cart data remains intact when refreshing.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9381E"/>
                </a:solidFill>
              </a:defRPr>
            </a:pPr>
            <a:r>
              <a:t>5. Form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54406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22222"/>
                </a:solidFill>
              </a:defRPr>
            </a:pPr>
            <a:r>
              <a:t>Verifies email format and non-empty password fields before allowing login or password reset submission.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3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D9381E"/>
                </a:solidFill>
              </a:defRPr>
            </a:pPr>
            <a:r>
              <a:t>Conclusion &amp; 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560320"/>
            <a:ext cx="816833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222222"/>
                </a:solidFill>
              </a:defRPr>
            </a:pPr>
            <a:r>
              <a:rPr dirty="0" err="1"/>
              <a:t>FoodExpress</a:t>
            </a:r>
            <a:r>
              <a:rPr dirty="0"/>
              <a:t> demonstrates how HTML, CSS, and JavaScript work together to deliver a clean, fast, and responsive user experience.</a:t>
            </a:r>
          </a:p>
          <a:p>
            <a:br>
              <a:rPr dirty="0"/>
            </a:br>
            <a:r>
              <a:rPr dirty="0"/>
              <a:t>Future Scope</a:t>
            </a:r>
            <a:r>
              <a:t>: </a:t>
            </a:r>
            <a:r>
              <a:rPr lang="en-US"/>
              <a:t>R</a:t>
            </a:r>
            <a:r>
              <a:t>eal-time </a:t>
            </a:r>
            <a:r>
              <a:rPr dirty="0"/>
              <a:t>order tracking, and live payment processing.</a:t>
            </a:r>
          </a:p>
          <a:p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589</Words>
  <Application>Microsoft Office PowerPoint</Application>
  <PresentationFormat>Widescreen</PresentationFormat>
  <Paragraphs>77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Kartik</dc:creator>
  <cp:keywords/>
  <dc:description>generated using python-pptx</dc:description>
  <cp:lastModifiedBy>KARTIK MAHADEO TEKADE</cp:lastModifiedBy>
  <cp:revision>2</cp:revision>
  <dcterms:created xsi:type="dcterms:W3CDTF">2013-01-27T09:14:16Z</dcterms:created>
  <dcterms:modified xsi:type="dcterms:W3CDTF">2026-09-25T17:18:36Z</dcterms:modified>
  <cp:category/>
</cp:coreProperties>
</file>